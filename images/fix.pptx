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43C5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0" y="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今村 謙之" userId="bc27a5e0-5669-41a4-865b-584c1eac539e" providerId="ADAL" clId="{342DA2C4-B094-4B86-9045-6AA34CD7B848}"/>
    <pc:docChg chg="custSel modSld">
      <pc:chgData name="今村 謙之" userId="bc27a5e0-5669-41a4-865b-584c1eac539e" providerId="ADAL" clId="{342DA2C4-B094-4B86-9045-6AA34CD7B848}" dt="2026-07-14T02:37:20.557" v="43" actId="1076"/>
      <pc:docMkLst>
        <pc:docMk/>
      </pc:docMkLst>
      <pc:sldChg chg="addSp delSp modSp mod">
        <pc:chgData name="今村 謙之" userId="bc27a5e0-5669-41a4-865b-584c1eac539e" providerId="ADAL" clId="{342DA2C4-B094-4B86-9045-6AA34CD7B848}" dt="2026-07-14T02:37:20.557" v="43" actId="1076"/>
        <pc:sldMkLst>
          <pc:docMk/>
          <pc:sldMk cId="4294054707" sldId="258"/>
        </pc:sldMkLst>
        <pc:spChg chg="del">
          <ac:chgData name="今村 謙之" userId="bc27a5e0-5669-41a4-865b-584c1eac539e" providerId="ADAL" clId="{342DA2C4-B094-4B86-9045-6AA34CD7B848}" dt="2026-07-14T02:35:36.776" v="4" actId="478"/>
          <ac:spMkLst>
            <pc:docMk/>
            <pc:sldMk cId="4294054707" sldId="258"/>
            <ac:spMk id="6" creationId="{4233D9D9-5882-446B-0418-07559E94202B}"/>
          </ac:spMkLst>
        </pc:spChg>
        <pc:spChg chg="mod">
          <ac:chgData name="今村 謙之" userId="bc27a5e0-5669-41a4-865b-584c1eac539e" providerId="ADAL" clId="{342DA2C4-B094-4B86-9045-6AA34CD7B848}" dt="2026-07-14T02:36:43.501" v="31" actId="14100"/>
          <ac:spMkLst>
            <pc:docMk/>
            <pc:sldMk cId="4294054707" sldId="258"/>
            <ac:spMk id="7" creationId="{9303BEF1-3BE5-0DD2-6AFC-0C8C564F21F5}"/>
          </ac:spMkLst>
        </pc:spChg>
        <pc:spChg chg="mod">
          <ac:chgData name="今村 謙之" userId="bc27a5e0-5669-41a4-865b-584c1eac539e" providerId="ADAL" clId="{342DA2C4-B094-4B86-9045-6AA34CD7B848}" dt="2026-07-14T02:36:30.772" v="26" actId="14100"/>
          <ac:spMkLst>
            <pc:docMk/>
            <pc:sldMk cId="4294054707" sldId="258"/>
            <ac:spMk id="8" creationId="{64B24CD6-0804-0D9E-5D1F-EB53D6BEC60C}"/>
          </ac:spMkLst>
        </pc:spChg>
        <pc:spChg chg="mod">
          <ac:chgData name="今村 謙之" userId="bc27a5e0-5669-41a4-865b-584c1eac539e" providerId="ADAL" clId="{342DA2C4-B094-4B86-9045-6AA34CD7B848}" dt="2026-07-14T02:37:00.952" v="36" actId="14100"/>
          <ac:spMkLst>
            <pc:docMk/>
            <pc:sldMk cId="4294054707" sldId="258"/>
            <ac:spMk id="9" creationId="{FCF11D90-3227-C91E-E364-39FB924184E9}"/>
          </ac:spMkLst>
        </pc:spChg>
        <pc:spChg chg="mod">
          <ac:chgData name="今村 謙之" userId="bc27a5e0-5669-41a4-865b-584c1eac539e" providerId="ADAL" clId="{342DA2C4-B094-4B86-9045-6AA34CD7B848}" dt="2026-07-14T02:37:09.719" v="40" actId="14100"/>
          <ac:spMkLst>
            <pc:docMk/>
            <pc:sldMk cId="4294054707" sldId="258"/>
            <ac:spMk id="11" creationId="{6508F83A-4144-09A3-809F-6617CB9AFB1B}"/>
          </ac:spMkLst>
        </pc:spChg>
        <pc:spChg chg="ord">
          <ac:chgData name="今村 謙之" userId="bc27a5e0-5669-41a4-865b-584c1eac539e" providerId="ADAL" clId="{342DA2C4-B094-4B86-9045-6AA34CD7B848}" dt="2026-07-14T02:35:33.618" v="3" actId="167"/>
          <ac:spMkLst>
            <pc:docMk/>
            <pc:sldMk cId="4294054707" sldId="258"/>
            <ac:spMk id="12" creationId="{3E72187B-30FE-3215-057B-31733FFDA1BE}"/>
          </ac:spMkLst>
        </pc:spChg>
        <pc:spChg chg="del">
          <ac:chgData name="今村 謙之" userId="bc27a5e0-5669-41a4-865b-584c1eac539e" providerId="ADAL" clId="{342DA2C4-B094-4B86-9045-6AA34CD7B848}" dt="2026-07-14T02:35:41.933" v="7" actId="478"/>
          <ac:spMkLst>
            <pc:docMk/>
            <pc:sldMk cId="4294054707" sldId="258"/>
            <ac:spMk id="13" creationId="{6FDD5A47-33EB-4FA3-8F6F-94E722F98AC8}"/>
          </ac:spMkLst>
        </pc:spChg>
        <pc:spChg chg="del mod">
          <ac:chgData name="今村 謙之" userId="bc27a5e0-5669-41a4-865b-584c1eac539e" providerId="ADAL" clId="{342DA2C4-B094-4B86-9045-6AA34CD7B848}" dt="2026-07-14T02:35:43.010" v="8" actId="478"/>
          <ac:spMkLst>
            <pc:docMk/>
            <pc:sldMk cId="4294054707" sldId="258"/>
            <ac:spMk id="14" creationId="{A177D66B-DDBD-759F-4002-672BE129458B}"/>
          </ac:spMkLst>
        </pc:spChg>
        <pc:spChg chg="del">
          <ac:chgData name="今村 謙之" userId="bc27a5e0-5669-41a4-865b-584c1eac539e" providerId="ADAL" clId="{342DA2C4-B094-4B86-9045-6AA34CD7B848}" dt="2026-07-14T02:35:44.171" v="9" actId="478"/>
          <ac:spMkLst>
            <pc:docMk/>
            <pc:sldMk cId="4294054707" sldId="258"/>
            <ac:spMk id="15" creationId="{D6E44D54-82E0-AB11-DC34-3F5AFAB662BC}"/>
          </ac:spMkLst>
        </pc:spChg>
        <pc:spChg chg="del">
          <ac:chgData name="今村 謙之" userId="bc27a5e0-5669-41a4-865b-584c1eac539e" providerId="ADAL" clId="{342DA2C4-B094-4B86-9045-6AA34CD7B848}" dt="2026-07-14T02:35:39.204" v="5" actId="478"/>
          <ac:spMkLst>
            <pc:docMk/>
            <pc:sldMk cId="4294054707" sldId="258"/>
            <ac:spMk id="16" creationId="{6EC51BF6-A1EE-7616-E0F0-86BFC1C933F8}"/>
          </ac:spMkLst>
        </pc:spChg>
        <pc:spChg chg="del">
          <ac:chgData name="今村 謙之" userId="bc27a5e0-5669-41a4-865b-584c1eac539e" providerId="ADAL" clId="{342DA2C4-B094-4B86-9045-6AA34CD7B848}" dt="2026-07-14T02:35:45.414" v="10" actId="478"/>
          <ac:spMkLst>
            <pc:docMk/>
            <pc:sldMk cId="4294054707" sldId="258"/>
            <ac:spMk id="17" creationId="{4255F444-A42B-640F-2630-A2EFB4088670}"/>
          </ac:spMkLst>
        </pc:spChg>
        <pc:spChg chg="mod">
          <ac:chgData name="今村 謙之" userId="bc27a5e0-5669-41a4-865b-584c1eac539e" providerId="ADAL" clId="{342DA2C4-B094-4B86-9045-6AA34CD7B848}" dt="2026-07-14T02:36:54.300" v="34" actId="1076"/>
          <ac:spMkLst>
            <pc:docMk/>
            <pc:sldMk cId="4294054707" sldId="258"/>
            <ac:spMk id="18" creationId="{ED572C0C-09D4-095A-992C-139E8B7135B0}"/>
          </ac:spMkLst>
        </pc:spChg>
        <pc:spChg chg="mod">
          <ac:chgData name="今村 謙之" userId="bc27a5e0-5669-41a4-865b-584c1eac539e" providerId="ADAL" clId="{342DA2C4-B094-4B86-9045-6AA34CD7B848}" dt="2026-07-14T02:36:50.302" v="33" actId="14100"/>
          <ac:spMkLst>
            <pc:docMk/>
            <pc:sldMk cId="4294054707" sldId="258"/>
            <ac:spMk id="20" creationId="{575D3E65-A830-24E4-1EE7-3CA50E27A9C4}"/>
          </ac:spMkLst>
        </pc:spChg>
        <pc:spChg chg="mod">
          <ac:chgData name="今村 謙之" userId="bc27a5e0-5669-41a4-865b-584c1eac539e" providerId="ADAL" clId="{342DA2C4-B094-4B86-9045-6AA34CD7B848}" dt="2026-07-14T02:37:05.324" v="38" actId="14100"/>
          <ac:spMkLst>
            <pc:docMk/>
            <pc:sldMk cId="4294054707" sldId="258"/>
            <ac:spMk id="21" creationId="{478FEAD1-C387-5DE1-58B4-D568B2F1CEAF}"/>
          </ac:spMkLst>
        </pc:spChg>
        <pc:spChg chg="mod">
          <ac:chgData name="今村 謙之" userId="bc27a5e0-5669-41a4-865b-584c1eac539e" providerId="ADAL" clId="{342DA2C4-B094-4B86-9045-6AA34CD7B848}" dt="2026-07-14T02:37:14.416" v="42" actId="14100"/>
          <ac:spMkLst>
            <pc:docMk/>
            <pc:sldMk cId="4294054707" sldId="258"/>
            <ac:spMk id="22" creationId="{A68B65F8-FBCB-12C4-81B3-83661CBEE24D}"/>
          </ac:spMkLst>
        </pc:spChg>
        <pc:spChg chg="mod">
          <ac:chgData name="今村 謙之" userId="bc27a5e0-5669-41a4-865b-584c1eac539e" providerId="ADAL" clId="{342DA2C4-B094-4B86-9045-6AA34CD7B848}" dt="2026-07-14T02:37:20.557" v="43" actId="1076"/>
          <ac:spMkLst>
            <pc:docMk/>
            <pc:sldMk cId="4294054707" sldId="258"/>
            <ac:spMk id="23" creationId="{5CE117BB-B551-CDED-9723-A2DB7BE53325}"/>
          </ac:spMkLst>
        </pc:spChg>
        <pc:picChg chg="del">
          <ac:chgData name="今村 謙之" userId="bc27a5e0-5669-41a4-865b-584c1eac539e" providerId="ADAL" clId="{342DA2C4-B094-4B86-9045-6AA34CD7B848}" dt="2026-07-14T02:35:15.728" v="0" actId="478"/>
          <ac:picMkLst>
            <pc:docMk/>
            <pc:sldMk cId="4294054707" sldId="258"/>
            <ac:picMk id="3" creationId="{6CFFA945-4582-886E-4E46-B73F08E467B8}"/>
          </ac:picMkLst>
        </pc:picChg>
        <pc:picChg chg="add ord">
          <ac:chgData name="今村 謙之" userId="bc27a5e0-5669-41a4-865b-584c1eac539e" providerId="ADAL" clId="{342DA2C4-B094-4B86-9045-6AA34CD7B848}" dt="2026-07-14T02:35:30.433" v="2" actId="167"/>
          <ac:picMkLst>
            <pc:docMk/>
            <pc:sldMk cId="4294054707" sldId="258"/>
            <ac:picMk id="10" creationId="{80281090-9A1C-D330-A9AC-FC7C1A4197C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F0FE86-6862-E935-06B3-8E504259C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8AEA4A5-6697-579A-9A62-D18F7B265D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01E643-0AAC-9870-AAA7-AC6541BB5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2CE1-5213-4109-9978-3DAB231D34D0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1A84640-6947-CFD0-B3F5-75B1DF3B3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03B2250-486A-E18B-95DC-0C37CED1E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FAB9-D29B-44F5-A97E-4868B81E67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1695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A24046-135B-70EC-A983-93DBC1400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8B9278-2D60-8218-3625-2FF3C97C91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A692C1-649B-5D4A-EDBF-40A17E94D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2CE1-5213-4109-9978-3DAB231D34D0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3E2C92-50E8-2ED3-2B6E-43A150076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526F50-4C37-3848-EDB3-903C387C0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FAB9-D29B-44F5-A97E-4868B81E67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943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813015-2872-7419-58BF-241C16A93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3F46FD6-F014-8ABE-272D-D3F7B5FF2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299318-B7EB-89B7-B68D-A6920B889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2CE1-5213-4109-9978-3DAB231D34D0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550803-CAC7-B96D-AB50-1BA4462A9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8B07D7-ECB8-F3FF-6633-50E2898A4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FAB9-D29B-44F5-A97E-4868B81E67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850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42B740-274B-1BFC-8C1B-661DD4636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BABA731-9B30-3656-A1F9-FE34A2474E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AFF5170-F6A3-BA42-CE5D-98DF927D9D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4842E5-358F-A0CC-1514-1C24A5153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2CE1-5213-4109-9978-3DAB231D34D0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940C61-F491-7F88-3A69-0D31F259A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777A435-BEE4-6D8F-A90A-5D7C9BF0E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FAB9-D29B-44F5-A97E-4868B81E67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1883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9D6C5F-267B-CC61-FF27-AFFEA6465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C295BB5-1560-F46F-CE51-342758FF0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9FE7FD4-E612-075D-8432-33D8749134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8937AC4-B10B-D6F8-2BDE-AB8CEC1C4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B300C35-429B-5FAB-0628-B185D82464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01F02A9-80E3-3BB5-C193-244074803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2CE1-5213-4109-9978-3DAB231D34D0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2E14BF2-4C74-F7A9-5051-A6AF719C2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8F8A216-35E8-C7AC-780F-FAB6DADD3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FAB9-D29B-44F5-A97E-4868B81E67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7831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7BCF4D-58BA-054E-A6F7-7CA1AE85A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85D71B5-09A6-42FD-F185-59DF77CA1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2CE1-5213-4109-9978-3DAB231D34D0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CB52B52-B89F-D00A-323D-0C76E98F7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46BB992-A4CF-AFAB-C9D7-1C9AD5793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FAB9-D29B-44F5-A97E-4868B81E67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6072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695B90D-8D0D-10EE-19FB-2D6FE48E6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2CE1-5213-4109-9978-3DAB231D34D0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7059010E-39C7-0DE2-2F57-A58E8D55A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FBB346B-42E9-E659-6143-77449182E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FAB9-D29B-44F5-A97E-4868B81E67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2975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28A780-4DB0-3F5E-7F9F-067CC9B91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C95E0E1-63B6-85FC-6ECB-2B0AF9F5B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E28F67C-319A-7BDF-5434-3537A4481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548EB4F-66CC-FB75-FCC7-56FB4119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2CE1-5213-4109-9978-3DAB231D34D0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C066648-496F-D251-B94F-3FCB77879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11F839-E987-3186-AA4C-C32425807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FAB9-D29B-44F5-A97E-4868B81E67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5658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6E6FE8-093B-646A-7C86-A01BBBB69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093631E-1D1E-3DFB-CBE5-7EFA4A1C25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46B5AC0-9468-77D9-75E2-E26F93645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3AA382-2E0D-79AB-3ADC-738AD29C8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2CE1-5213-4109-9978-3DAB231D34D0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318D4F4-6BAD-99E6-CDD4-8F68BD2F2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5F3F739-7100-931C-BED5-A2F0284F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FAB9-D29B-44F5-A97E-4868B81E67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4551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F64143-B30D-1570-7E01-69C7CEEAA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ABB4650-9AF0-56E5-8994-D34B1D9CA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3E20D9-1C8F-472A-0521-EEA3CAE68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2CE1-5213-4109-9978-3DAB231D34D0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E300F9-B3A1-177C-A857-2B0D28DEA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40EF12-FC0A-9071-387B-E17EEE10D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FAB9-D29B-44F5-A97E-4868B81E67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4481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B048077-A546-875D-C5A2-DE28CCBD71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21F2375-1924-14B2-598F-8305347113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F764C6-F55C-1FA7-D870-5013D0B92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9D2CE1-5213-4109-9978-3DAB231D34D0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2D9442-FACF-20B7-7506-5E60E74B0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D568F7D-1E5C-49D6-A758-F70F310A2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FFAB9-D29B-44F5-A97E-4868B81E67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2812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6B1F91E-DFBB-6702-B60E-734BCE2A1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542C0F6-0F1B-D628-31FE-F0036D109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36AD27-E1A8-F070-CE0B-627946FE2B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9D2CE1-5213-4109-9978-3DAB231D34D0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BC6594-55F2-A0D9-6594-0F2B80D18D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6E55D7-CFF2-9D29-E005-6A8D909E63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FFAB9-D29B-44F5-A97E-4868B81E679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0625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E72187B-30FE-3215-057B-31733FFDA1BE}"/>
              </a:ext>
            </a:extLst>
          </p:cNvPr>
          <p:cNvSpPr/>
          <p:nvPr/>
        </p:nvSpPr>
        <p:spPr>
          <a:xfrm>
            <a:off x="859646" y="-312101"/>
            <a:ext cx="10397877" cy="738090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80281090-9A1C-D330-A9AC-FC7C1A419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256" y="0"/>
            <a:ext cx="2693487" cy="6858000"/>
          </a:xfrm>
          <a:prstGeom prst="rect">
            <a:avLst/>
          </a:prstGeom>
        </p:spPr>
      </p:pic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9303BEF1-3BE5-0DD2-6AFC-0C8C564F21F5}"/>
              </a:ext>
            </a:extLst>
          </p:cNvPr>
          <p:cNvSpPr/>
          <p:nvPr/>
        </p:nvSpPr>
        <p:spPr>
          <a:xfrm>
            <a:off x="7095481" y="5542359"/>
            <a:ext cx="1521575" cy="697102"/>
          </a:xfrm>
          <a:prstGeom prst="wedgeRoundRectCallout">
            <a:avLst>
              <a:gd name="adj1" fmla="val -90801"/>
              <a:gd name="adj2" fmla="val -25681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Noritsuna</a:t>
            </a:r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’s</a:t>
            </a:r>
          </a:p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OPAMP</a:t>
            </a:r>
            <a:endParaRPr kumimoji="1"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64B24CD6-0804-0D9E-5D1F-EB53D6BEC60C}"/>
              </a:ext>
            </a:extLst>
          </p:cNvPr>
          <p:cNvSpPr/>
          <p:nvPr/>
        </p:nvSpPr>
        <p:spPr>
          <a:xfrm>
            <a:off x="7095482" y="4508720"/>
            <a:ext cx="1521575" cy="697102"/>
          </a:xfrm>
          <a:prstGeom prst="wedgeRoundRectCallout">
            <a:avLst>
              <a:gd name="adj1" fmla="val -91318"/>
              <a:gd name="adj2" fmla="val -22280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gitefu’s</a:t>
            </a:r>
          </a:p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OPAMP</a:t>
            </a:r>
            <a:endParaRPr kumimoji="1"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吹き出し: 角を丸めた四角形 8">
            <a:extLst>
              <a:ext uri="{FF2B5EF4-FFF2-40B4-BE49-F238E27FC236}">
                <a16:creationId xmlns:a16="http://schemas.microsoft.com/office/drawing/2014/main" id="{FCF11D90-3227-C91E-E364-39FB924184E9}"/>
              </a:ext>
            </a:extLst>
          </p:cNvPr>
          <p:cNvSpPr/>
          <p:nvPr/>
        </p:nvSpPr>
        <p:spPr>
          <a:xfrm>
            <a:off x="3597170" y="2196423"/>
            <a:ext cx="1521575" cy="697102"/>
          </a:xfrm>
          <a:prstGeom prst="wedgeRoundRectCallout">
            <a:avLst>
              <a:gd name="adj1" fmla="val 97527"/>
              <a:gd name="adj2" fmla="val -46866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3zki’s</a:t>
            </a:r>
          </a:p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OPAMP</a:t>
            </a:r>
            <a:endParaRPr kumimoji="1"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6508F83A-4144-09A3-809F-6617CB9AFB1B}"/>
              </a:ext>
            </a:extLst>
          </p:cNvPr>
          <p:cNvSpPr/>
          <p:nvPr/>
        </p:nvSpPr>
        <p:spPr>
          <a:xfrm>
            <a:off x="7027138" y="691423"/>
            <a:ext cx="1521575" cy="697102"/>
          </a:xfrm>
          <a:prstGeom prst="wedgeRoundRectCallout">
            <a:avLst>
              <a:gd name="adj1" fmla="val -66426"/>
              <a:gd name="adj2" fmla="val 16306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Yamada3</a:t>
            </a:r>
            <a:r>
              <a:rPr kumimoji="1"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’s</a:t>
            </a:r>
          </a:p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OPAMP</a:t>
            </a:r>
            <a:endParaRPr kumimoji="1" lang="ja-JP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吹き出し: 角を丸めた四角形 17">
            <a:extLst>
              <a:ext uri="{FF2B5EF4-FFF2-40B4-BE49-F238E27FC236}">
                <a16:creationId xmlns:a16="http://schemas.microsoft.com/office/drawing/2014/main" id="{ED572C0C-09D4-095A-992C-139E8B7135B0}"/>
              </a:ext>
            </a:extLst>
          </p:cNvPr>
          <p:cNvSpPr/>
          <p:nvPr/>
        </p:nvSpPr>
        <p:spPr>
          <a:xfrm>
            <a:off x="3485440" y="3622773"/>
            <a:ext cx="1700626" cy="697102"/>
          </a:xfrm>
          <a:prstGeom prst="wedgeRoundRectCallout">
            <a:avLst>
              <a:gd name="adj1" fmla="val 54393"/>
              <a:gd name="adj2" fmla="val 102103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PLL</a:t>
            </a:r>
          </a:p>
        </p:txBody>
      </p:sp>
      <p:sp>
        <p:nvSpPr>
          <p:cNvPr id="20" name="吹き出し: 角を丸めた四角形 19">
            <a:extLst>
              <a:ext uri="{FF2B5EF4-FFF2-40B4-BE49-F238E27FC236}">
                <a16:creationId xmlns:a16="http://schemas.microsoft.com/office/drawing/2014/main" id="{575D3E65-A830-24E4-1EE7-3CA50E27A9C4}"/>
              </a:ext>
            </a:extLst>
          </p:cNvPr>
          <p:cNvSpPr/>
          <p:nvPr/>
        </p:nvSpPr>
        <p:spPr>
          <a:xfrm>
            <a:off x="3507645" y="4845257"/>
            <a:ext cx="1700626" cy="697102"/>
          </a:xfrm>
          <a:prstGeom prst="wedgeRoundRectCallout">
            <a:avLst>
              <a:gd name="adj1" fmla="val 71230"/>
              <a:gd name="adj2" fmla="val 7750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LDO</a:t>
            </a:r>
          </a:p>
        </p:txBody>
      </p:sp>
      <p:sp>
        <p:nvSpPr>
          <p:cNvPr id="21" name="吹き出し: 角を丸めた四角形 20">
            <a:extLst>
              <a:ext uri="{FF2B5EF4-FFF2-40B4-BE49-F238E27FC236}">
                <a16:creationId xmlns:a16="http://schemas.microsoft.com/office/drawing/2014/main" id="{478FEAD1-C387-5DE1-58B4-D568B2F1CEAF}"/>
              </a:ext>
            </a:extLst>
          </p:cNvPr>
          <p:cNvSpPr/>
          <p:nvPr/>
        </p:nvSpPr>
        <p:spPr>
          <a:xfrm>
            <a:off x="3574942" y="1134697"/>
            <a:ext cx="1700626" cy="697102"/>
          </a:xfrm>
          <a:prstGeom prst="wedgeRoundRectCallout">
            <a:avLst>
              <a:gd name="adj1" fmla="val 74206"/>
              <a:gd name="adj2" fmla="val -8276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SAR-ADC</a:t>
            </a:r>
          </a:p>
        </p:txBody>
      </p:sp>
      <p:sp>
        <p:nvSpPr>
          <p:cNvPr id="22" name="吹き出し: 角を丸めた四角形 21">
            <a:extLst>
              <a:ext uri="{FF2B5EF4-FFF2-40B4-BE49-F238E27FC236}">
                <a16:creationId xmlns:a16="http://schemas.microsoft.com/office/drawing/2014/main" id="{A68B65F8-FBCB-12C4-81B3-83661CBEE24D}"/>
              </a:ext>
            </a:extLst>
          </p:cNvPr>
          <p:cNvSpPr/>
          <p:nvPr/>
        </p:nvSpPr>
        <p:spPr>
          <a:xfrm>
            <a:off x="6937613" y="1797363"/>
            <a:ext cx="1700626" cy="697102"/>
          </a:xfrm>
          <a:prstGeom prst="wedgeRoundRectCallout">
            <a:avLst>
              <a:gd name="adj1" fmla="val -66244"/>
              <a:gd name="adj2" fmla="val 12744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BGR</a:t>
            </a:r>
          </a:p>
        </p:txBody>
      </p:sp>
      <p:sp>
        <p:nvSpPr>
          <p:cNvPr id="23" name="吹き出し: 角を丸めた四角形 22">
            <a:extLst>
              <a:ext uri="{FF2B5EF4-FFF2-40B4-BE49-F238E27FC236}">
                <a16:creationId xmlns:a16="http://schemas.microsoft.com/office/drawing/2014/main" id="{5CE117BB-B551-CDED-9723-A2DB7BE53325}"/>
              </a:ext>
            </a:extLst>
          </p:cNvPr>
          <p:cNvSpPr/>
          <p:nvPr/>
        </p:nvSpPr>
        <p:spPr>
          <a:xfrm>
            <a:off x="6983728" y="3330825"/>
            <a:ext cx="1700626" cy="697102"/>
          </a:xfrm>
          <a:prstGeom prst="wedgeRoundRectCallout">
            <a:avLst>
              <a:gd name="adj1" fmla="val -54814"/>
              <a:gd name="adj2" fmla="val -6554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CS</a:t>
            </a:r>
          </a:p>
        </p:txBody>
      </p:sp>
    </p:spTree>
    <p:extLst>
      <p:ext uri="{BB962C8B-B14F-4D97-AF65-F5344CB8AC3E}">
        <p14:creationId xmlns:p14="http://schemas.microsoft.com/office/powerpoint/2010/main" val="4294054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13</Words>
  <Application>Microsoft Office PowerPoint</Application>
  <PresentationFormat>ワイド画面</PresentationFormat>
  <Paragraphs>13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Noritsuna Imamura</dc:creator>
  <cp:lastModifiedBy>今村 謙之</cp:lastModifiedBy>
  <cp:revision>2</cp:revision>
  <dcterms:created xsi:type="dcterms:W3CDTF">2023-12-12T03:02:36Z</dcterms:created>
  <dcterms:modified xsi:type="dcterms:W3CDTF">2026-07-14T02:37:23Z</dcterms:modified>
</cp:coreProperties>
</file>